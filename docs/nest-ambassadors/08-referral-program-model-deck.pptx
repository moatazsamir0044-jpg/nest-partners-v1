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 AMBASSADORS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Proof-of-concept before platform — internal-first, capped-downside, four weeks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61C4A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404872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35000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externally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on Nawy Partners &amp; Carofi Partners — proven external referral-partner platforms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21488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61C4A"/>
          </a:solidFill>
          <a:ln/>
        </p:spPr>
      </p:sp>
      <p:sp>
        <p:nvSpPr>
          <p:cNvPr id="11" name="Shape 9"/>
          <p:cNvSpPr/>
          <p:nvPr/>
        </p:nvSpPr>
        <p:spPr>
          <a:xfrm>
            <a:off x="6428232" y="2404872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Text 10"/>
          <p:cNvSpPr/>
          <p:nvPr/>
        </p:nvSpPr>
        <p:spPr>
          <a:xfrm>
            <a:off x="6428232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40880" y="235000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= the network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30175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employee acts as a referrer, standing in for the external agents a real platform would recruit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61C4A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" y="4645152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Paid, capped-downside experiment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52578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triggers only on confirmed, fully-paid conversions — bounded cost, real signal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43891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61C4A"/>
          </a:solidFill>
          <a:ln/>
        </p:spPr>
      </p:sp>
      <p:sp>
        <p:nvSpPr>
          <p:cNvPr id="21" name="Shape 19"/>
          <p:cNvSpPr/>
          <p:nvPr/>
        </p:nvSpPr>
        <p:spPr>
          <a:xfrm>
            <a:off x="6428232" y="4645152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2" name="Text 20"/>
          <p:cNvSpPr/>
          <p:nvPr/>
        </p:nvSpPr>
        <p:spPr>
          <a:xfrm>
            <a:off x="6428232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40880" y="45902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phase, not a side project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46520" y="52578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live revenue tracks — Sahel Reservations &amp; Furnishing Packages — feeding the future partner-platform business case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V1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intake paths, one sheet — zero tech build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1 · EMPLOYEE PRE-SUBMITS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75688"/>
            <a:ext cx="4709160" cy="868680"/>
          </a:xfrm>
          <a:prstGeom prst="roundRect">
            <a:avLst>
              <a:gd name="adj" fmla="val 6316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6712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Ambassador fills Google Form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478024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client ever contacts BirdNest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20924" y="2926080"/>
            <a:ext cx="164592" cy="201168"/>
          </a:xfrm>
          <a:prstGeom prst="downArrow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3108960"/>
            <a:ext cx="4709160" cy="868680"/>
          </a:xfrm>
          <a:prstGeom prst="roundRect">
            <a:avLst>
              <a:gd name="adj" fmla="val 6316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20040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timestamp = attribution proof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51129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Predates any CRM record, per the CX rule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1417320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44506B"/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14173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2 · CLIENT VIA WHATSAPP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03720" y="2075688"/>
            <a:ext cx="4709160" cy="868680"/>
          </a:xfrm>
          <a:prstGeom prst="roundRect">
            <a:avLst>
              <a:gd name="adj" fmla="val 6316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216712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messages BirdNest WhatsApp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86600" y="2478024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referral by a named employee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76004" y="2926080"/>
            <a:ext cx="164592" cy="201168"/>
          </a:xfrm>
          <a:prstGeom prst="downArrow">
            <a:avLst/>
          </a:prstGeom>
          <a:solidFill>
            <a:srgbClr val="44506B"/>
          </a:solidFill>
          <a:ln/>
        </p:spPr>
      </p:sp>
      <p:sp>
        <p:nvSpPr>
          <p:cNvPr id="19" name="Shape 17"/>
          <p:cNvSpPr/>
          <p:nvPr/>
        </p:nvSpPr>
        <p:spPr>
          <a:xfrm>
            <a:off x="6903720" y="3108960"/>
            <a:ext cx="4709160" cy="868680"/>
          </a:xfrm>
          <a:prstGeom prst="roundRect">
            <a:avLst>
              <a:gd name="adj" fmla="val 6316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320040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client-facing Google Form link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86600" y="351129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it before reservation process starts — that timestamp is the proof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03220" y="4142232"/>
            <a:ext cx="6355080" cy="320040"/>
          </a:xfrm>
          <a:prstGeom prst="bentConnector3">
            <a:avLst/>
          </a:prstGeom>
          <a:noFill/>
          <a:ln w="19050">
            <a:solidFill>
              <a:srgbClr val="999999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2743200" y="4462272"/>
            <a:ext cx="667512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971800" y="459028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Tracking Sheet — owned by Commercial Ops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971800" y="508406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(New / Duplicate / Invalid / Valid)   ·   tracks conversion   ·   calculates commission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98464" y="5568696"/>
            <a:ext cx="164592" cy="256032"/>
          </a:xfrm>
          <a:prstGeom prst="downArrow">
            <a:avLst/>
          </a:prstGeom>
          <a:solidFill>
            <a:srgbClr val="F2B134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0" y="5861304"/>
            <a:ext cx="6675120" cy="502920"/>
          </a:xfrm>
          <a:prstGeom prst="roundRect">
            <a:avLst>
              <a:gd name="adj" fmla="val 10909"/>
            </a:avLst>
          </a:prstGeom>
          <a:solidFill>
            <a:srgbClr val="F2B134"/>
          </a:solidFill>
          <a:ln/>
        </p:spPr>
      </p:sp>
      <p:sp>
        <p:nvSpPr>
          <p:cNvPr id="28" name="Text 26"/>
          <p:cNvSpPr/>
          <p:nvPr/>
        </p:nvSpPr>
        <p:spPr>
          <a:xfrm>
            <a:off x="2971800" y="5861304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tab  →  weekly WhatsApp Ambassadors broadcast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 ·  no per-employee tracking links  ·  no CRM integration — entirely Google Forms + Sheets + WhatsApp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 Vision &amp; Current Limitations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VISION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referral code / link per employee, wired into the website &amp; admin portal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attribution — no manual timestamp discipline required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 replacing weekly sheet reconciliation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mechanics opened to external partners &amp; agents (Nawy / Carofi model)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6459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LIMITATIONS — TODAY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214884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relies on manual timestamp discipline &amp; Ops diligence, not system enforcement — bounded but real fraud/dispute risk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trackable code/link for the WhatsApp path — validation depends on the client naming the right employee, who then confirms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Sheet-based tracking won't scale gracefully past moderate volume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integration with website / admin portal / CRM — reconciliation is manual and weekly, not real-time</a:t>
            </a:r>
            <a:endParaRPr lang="en-US" sz="12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a 4-week bounded experiment (Week-4 scale-or-kill gate), not a permanent system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5577840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F2B13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5778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V1's job: generate the validation rate, dispute rate, ops load, and cost-per-booking data that justifies and specs the V2 build.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2026-07-20T22:29:55Z</dcterms:created>
  <dcterms:modified xsi:type="dcterms:W3CDTF">2026-07-20T22:29:55Z</dcterms:modified>
</cp:coreProperties>
</file>